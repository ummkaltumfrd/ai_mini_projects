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Waste Management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Atlas Energy | Demo dataset for Multi-Document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Waste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facility recorded 12 tonnes of general waste and 8 tonnes of recyclable material in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Clearly labelled bins are placed in the workshop, kitchen, and loading 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operations team will run a monthly spot check of waste-sorting stations.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