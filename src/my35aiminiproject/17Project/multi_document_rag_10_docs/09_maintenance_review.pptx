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Facilities Maintenance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Atlas Energy | Demo dataset for Multi-Document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HVAC filters are inspected every three months and replaced when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Urgent facilities issues should be acknowledged within two working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solar inverter is inspected twice per year. Inspection results are saved in the facilities 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